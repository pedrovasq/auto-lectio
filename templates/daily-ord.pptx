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9"/>
  </p:notesMasterIdLst>
  <p:sldIdLst>
    <p:sldId id="256" r:id="rId5"/>
    <p:sldId id="258" r:id="rId6"/>
    <p:sldId id="264" r:id="rId7"/>
    <p:sldId id="263" r:id="rId8"/>
    <p:sldId id="268" r:id="rId9"/>
    <p:sldId id="269" r:id="rId10"/>
    <p:sldId id="270" r:id="rId11"/>
    <p:sldId id="274" r:id="rId12"/>
    <p:sldId id="272" r:id="rId13"/>
    <p:sldId id="271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3" r:id="rId22"/>
    <p:sldId id="282" r:id="rId23"/>
    <p:sldId id="284" r:id="rId24"/>
    <p:sldId id="286" r:id="rId25"/>
    <p:sldId id="296" r:id="rId26"/>
    <p:sldId id="344" r:id="rId27"/>
    <p:sldId id="345" r:id="rId28"/>
    <p:sldId id="297" r:id="rId29"/>
    <p:sldId id="298" r:id="rId30"/>
    <p:sldId id="300" r:id="rId31"/>
    <p:sldId id="299" r:id="rId32"/>
    <p:sldId id="303" r:id="rId33"/>
    <p:sldId id="353" r:id="rId34"/>
    <p:sldId id="355" r:id="rId35"/>
    <p:sldId id="304" r:id="rId36"/>
    <p:sldId id="305" r:id="rId37"/>
    <p:sldId id="347" r:id="rId38"/>
    <p:sldId id="348" r:id="rId39"/>
    <p:sldId id="350" r:id="rId40"/>
    <p:sldId id="306" r:id="rId41"/>
    <p:sldId id="307" r:id="rId42"/>
    <p:sldId id="309" r:id="rId43"/>
    <p:sldId id="310" r:id="rId44"/>
    <p:sldId id="311" r:id="rId45"/>
    <p:sldId id="312" r:id="rId46"/>
    <p:sldId id="313" r:id="rId47"/>
    <p:sldId id="318" r:id="rId48"/>
    <p:sldId id="314" r:id="rId49"/>
    <p:sldId id="315" r:id="rId50"/>
    <p:sldId id="317" r:id="rId51"/>
    <p:sldId id="316" r:id="rId52"/>
    <p:sldId id="319" r:id="rId53"/>
    <p:sldId id="308" r:id="rId54"/>
    <p:sldId id="320" r:id="rId55"/>
    <p:sldId id="321" r:id="rId56"/>
    <p:sldId id="351" r:id="rId57"/>
    <p:sldId id="352" r:id="rId58"/>
    <p:sldId id="285" r:id="rId59"/>
    <p:sldId id="287" r:id="rId60"/>
    <p:sldId id="289" r:id="rId61"/>
    <p:sldId id="288" r:id="rId62"/>
    <p:sldId id="291" r:id="rId63"/>
    <p:sldId id="322" r:id="rId64"/>
    <p:sldId id="323" r:id="rId65"/>
    <p:sldId id="326" r:id="rId66"/>
    <p:sldId id="325" r:id="rId67"/>
    <p:sldId id="327" r:id="rId68"/>
    <p:sldId id="329" r:id="rId69"/>
    <p:sldId id="330" r:id="rId70"/>
    <p:sldId id="331" r:id="rId71"/>
    <p:sldId id="328" r:id="rId72"/>
    <p:sldId id="332" r:id="rId73"/>
    <p:sldId id="333" r:id="rId74"/>
    <p:sldId id="334" r:id="rId75"/>
    <p:sldId id="335" r:id="rId76"/>
    <p:sldId id="290" r:id="rId77"/>
    <p:sldId id="292" r:id="rId78"/>
    <p:sldId id="293" r:id="rId79"/>
    <p:sldId id="294" r:id="rId80"/>
    <p:sldId id="336" r:id="rId81"/>
    <p:sldId id="337" r:id="rId82"/>
    <p:sldId id="338" r:id="rId83"/>
    <p:sldId id="339" r:id="rId84"/>
    <p:sldId id="342" r:id="rId85"/>
    <p:sldId id="343" r:id="rId86"/>
    <p:sldId id="340" r:id="rId87"/>
    <p:sldId id="341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461E15-B17A-4A4A-BBEF-78E901C608DB}">
          <p14:sldIdLst/>
        </p14:section>
        <p14:section name="Introductory Rites" id="{AB92A1EB-6C4C-4AAC-94B8-0CAADB57DBE2}">
          <p14:sldIdLst>
            <p14:sldId id="256"/>
            <p14:sldId id="258"/>
            <p14:sldId id="264"/>
            <p14:sldId id="263"/>
            <p14:sldId id="268"/>
            <p14:sldId id="269"/>
            <p14:sldId id="270"/>
            <p14:sldId id="274"/>
            <p14:sldId id="272"/>
            <p14:sldId id="271"/>
            <p14:sldId id="275"/>
            <p14:sldId id="276"/>
            <p14:sldId id="277"/>
            <p14:sldId id="278"/>
            <p14:sldId id="279"/>
            <p14:sldId id="280"/>
            <p14:sldId id="281"/>
            <p14:sldId id="283"/>
            <p14:sldId id="282"/>
            <p14:sldId id="284"/>
            <p14:sldId id="286"/>
            <p14:sldId id="296"/>
            <p14:sldId id="344"/>
            <p14:sldId id="345"/>
            <p14:sldId id="297"/>
            <p14:sldId id="298"/>
            <p14:sldId id="300"/>
            <p14:sldId id="299"/>
            <p14:sldId id="303"/>
            <p14:sldId id="353"/>
            <p14:sldId id="355"/>
            <p14:sldId id="304"/>
            <p14:sldId id="305"/>
            <p14:sldId id="347"/>
            <p14:sldId id="348"/>
            <p14:sldId id="350"/>
            <p14:sldId id="306"/>
            <p14:sldId id="307"/>
            <p14:sldId id="309"/>
            <p14:sldId id="310"/>
            <p14:sldId id="311"/>
            <p14:sldId id="312"/>
            <p14:sldId id="313"/>
            <p14:sldId id="318"/>
            <p14:sldId id="314"/>
            <p14:sldId id="315"/>
            <p14:sldId id="317"/>
            <p14:sldId id="316"/>
            <p14:sldId id="319"/>
            <p14:sldId id="308"/>
            <p14:sldId id="320"/>
            <p14:sldId id="321"/>
            <p14:sldId id="351"/>
            <p14:sldId id="352"/>
            <p14:sldId id="285"/>
            <p14:sldId id="287"/>
            <p14:sldId id="289"/>
            <p14:sldId id="288"/>
            <p14:sldId id="291"/>
            <p14:sldId id="322"/>
            <p14:sldId id="323"/>
            <p14:sldId id="326"/>
            <p14:sldId id="325"/>
            <p14:sldId id="327"/>
            <p14:sldId id="329"/>
            <p14:sldId id="330"/>
            <p14:sldId id="331"/>
            <p14:sldId id="328"/>
            <p14:sldId id="332"/>
            <p14:sldId id="333"/>
            <p14:sldId id="334"/>
            <p14:sldId id="335"/>
            <p14:sldId id="290"/>
            <p14:sldId id="292"/>
            <p14:sldId id="293"/>
            <p14:sldId id="294"/>
            <p14:sldId id="336"/>
            <p14:sldId id="337"/>
            <p14:sldId id="338"/>
            <p14:sldId id="339"/>
            <p14:sldId id="342"/>
            <p14:sldId id="343"/>
            <p14:sldId id="340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04" autoAdjust="0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CB10E-DA85-4E05-A876-5DC16E3B93C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E87F2-5E7F-4611-8794-BB2931854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7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05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792C5-0C3A-27E4-13B8-2951ADA0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E9B57-203C-BF09-0BAC-94295CF4F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70BF2-5679-05FC-D3C5-50E6C9240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6FE9D-F66B-7794-74AC-BD82E12C9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59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9A94-920B-7350-04B0-CABE1E43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9F87B-9D51-2857-FFEC-CF9359B00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DD70A-FBE6-F76F-C8B1-B72FCA2E4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7F89E-760F-211D-462E-888B25906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74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5026-5AD3-8A09-3D0C-8DB7EB25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A0D9D-1333-4DAE-BDD6-68D8F81DB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C4859-9DCF-49FA-BE7E-8B47CA36F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1710A-8866-12CC-FA1C-C251FD524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84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98E2-81DF-32C2-B204-A8138B45E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C3049-8F08-0D98-1C59-420008E40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DCB55-1544-DC94-79DB-A035855F8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52103-ABE5-A17E-495A-2D2BBA13D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68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5C4E4-D2CD-D74D-CC7F-BE81CB42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B47AD-BC4B-29CA-1CEB-D19008CA6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C1DA8-93F1-76A1-B96C-C57202D0B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D4507-98FC-73F1-8D9C-290B06DD3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1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FE3A-F40F-13D6-89FC-8073CA28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83D6B-31C8-85FD-CB84-9569B1110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72326-FD38-D4DC-93DC-D3678FEC9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79E4F-ADF2-2610-FA7A-C6DD9AD1F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58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E9744-82D4-E50C-1456-F3A187862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96ACA-95D7-87F4-55FB-76AC7B17D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84B9F-B0D3-2E38-D800-27C0E5682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5EC94-3975-01AF-13A4-E9EE8BC25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30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7FB9-4800-B9C3-3072-58CA015E6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38E45-ABDA-3516-56E6-CDDBD058D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09496-4626-2493-BB2F-95DFCF302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1AD4E-111E-3D88-DCAD-789FAC722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89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10F41-8FF2-CF14-DC71-AF5A177E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8AC96-473A-698C-0350-2C62B3434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1DF8C-6BD6-E6E3-6221-450C76500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CC764-F26C-25BE-4692-A6C780725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32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47ED6-26C7-3C2F-56E9-6ED9FA64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ADD25-2275-E00C-42E2-F97E23E4A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D029D-7B28-BECF-9BFC-0FF3910B2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E732B-F08E-934B-645A-85B9E6FD1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38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87041-FDBA-42A9-7B2C-4816EBF5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8C4C7-7A51-E8E5-58CE-B0CD0EA9A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B9C02-7D37-3693-475A-B2EDBBAAF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2DB35-2B78-FC0F-3F85-7537410B0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32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FA23-2A6B-1619-1938-B3B82E91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9F09E-2539-968F-8E96-19CB75E15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F79BF-F2D6-B5B2-530F-66BFFF3EE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54720-1586-108B-A959-04E80BB4E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62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400C2-737C-D62E-B67C-FAF7060D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6C952-A643-D82B-2515-E4BDFDFFD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C7767-DA36-5BEB-187D-3ED9FBB99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E78EC-29D5-F4CE-3931-DD29D696C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78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74FB-572C-01B0-7D3D-823E1EBC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33181-4C7A-8169-732E-582B79AC5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7FA33-5474-FC5D-E340-13807E9D6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0882D-94E3-E2B5-C3E3-73948ECB3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15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929A-B023-13BC-0514-163133BCD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737CE-4570-BA01-0A65-EA22E3494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2374B-877A-DFBF-56B3-B522AAF19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4EC64-5007-9135-5F1C-3EF9AE6EC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069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DBD7-B498-0B53-9C50-DCD3E6EC8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59E5C-B8AA-5194-787B-406B11CE0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AD46E-C037-2F8D-30F5-DEF2CFE95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6E504-1DF1-B976-051D-4070E6219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00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E82E-BC0E-FDC8-CE44-AF1FA2E60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280FE-EC8C-35E4-7155-B0DA17D6D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1711-F46D-D5D2-9D2A-246CECC8B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0B9A5-5B2E-9619-6C84-58D9BC59D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229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2A90-9CF1-78D7-C9CD-32922726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116ED-2560-19FA-8369-6D4A46CBD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26DFD-5FFF-3EF1-8711-87A386A46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269A6-30DF-7556-B835-1ED845A3B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009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9275-273D-13D0-9AD2-6208EE88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3F146-9B81-5BFD-1FB9-E394A9A6F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49681-2D78-3DC0-FF8A-D27BBF0D7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C99D2-C5C7-3398-36C6-970C56C76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571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49DD-A816-C816-C9FF-63750905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A1261-CEC1-D193-EDE2-A64EC0641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85F63-650E-0195-D222-371901C0D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B52D4-17D9-77CB-7EA9-25B7828EC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593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7238-04FF-5293-951A-86EDC493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A68B1-375C-13C7-D111-216FD5BC4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603F9-182A-0691-B6E8-84BACBE5B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90188-D3D3-0593-1C31-CD2EBB8FC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03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72B9-7EAB-4A52-70BC-1F40633F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78651-806B-FD74-5F57-D03D2ADFA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AA462-F00D-9C04-FFA2-C3258A174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B5272-D1AA-49E5-3422-2D76A3D07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804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62EC-ACAE-88F9-6AAF-9BD94EBA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83EB4-0DAE-CC5D-50BF-603F39EE2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8F34F-591C-68DD-F430-8A5C99496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7D8C9-31B3-D4AE-EDE2-A743C633A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189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8206-FCB9-7A63-8FD2-1D37B3C6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E0D08-13B4-8D40-1DF4-5EF4F4E91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0216C-4734-0EF8-84BE-BC0D9E63E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B4258-6DFD-3AF2-0F96-663226349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228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1218-3D7D-EFE1-0271-3E72385A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71157-1185-7C24-CD23-6A690869F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D3068-479A-6E28-9E3B-71D99A0E4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4398B-FDCA-EF28-0A7C-4E3AE7726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132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7D6F-DBDF-7FD9-DE1B-A95ECB23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8A39A-5E8E-8096-1EE8-EDB730EBE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1F970-B858-AE88-6C1A-8B5738632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7F324-CFFD-F7AB-73F3-F67AA4F36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401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C173-77F9-D3DB-1DD4-44204080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ACFE2-AE2C-EBD5-D7E7-EFA38DF6C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8FEB4-4F09-5BDF-278F-52A31AA75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299C6-A5E6-A567-EFF2-22D2B10BA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415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A642-2A98-A274-6A65-5667E09B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32BA1-7974-D63D-D83E-FA2E4929D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071E3-3F9C-9A61-A463-6C1D3ECA1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5AFC7-12D7-21C7-F583-67502BF50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797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D0F8F-46C9-3203-F993-7B231E9A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F0DE1-276A-3B64-3813-BAB1972FB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494C6-977A-A41E-149C-8D4F9C19B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E9253-873B-928B-863D-2D4744191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335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76573-60F0-3CE3-2D52-BCCDA7B2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FD01E-8118-205F-9818-D4B1703A7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94655-88DC-6F57-56A3-FB5B823A6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CAF34-3805-E4DC-326D-6B02DD28B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74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4154-2B79-EA85-6043-863A70E8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739F6-DA32-37C6-00F5-B73251FB6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5D0C7-802E-16A2-AE46-6EBB4AD52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D4F2E-EC7B-9974-9DCB-622AB87AE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231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0555F-72AC-6142-D7A2-12218EA02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65801-DC4E-CB13-01C6-24BE606B1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C7674-ECEF-2B46-1B01-2E0B369E3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C7F27-20AF-CBA4-5E93-53E65E2ED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821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74AA-4925-34B5-9E39-146ED20F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E908E-8F57-FBFC-7BE4-907879F73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2AB42-DC8B-2430-B8BF-FB9141A98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6D62F-8843-25D0-E691-75069EE21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851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87FD-D23F-356F-01F2-252E21B7C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5890D-351F-B541-C7A8-0F05275DB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460EB-8FD0-27FA-84F4-52CB160DE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28194-FA5A-DF5F-A08F-E383C6DB8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75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4B3C-B197-BC92-F963-6BF3C409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57F8D-9768-8396-6486-7D5AAC778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080C0-4C3A-085F-7FFA-9F3788189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76FF0-FA19-133F-6126-1C60F8B45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440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D60C8-54E3-FC03-68E6-9340EFE7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A30E9-6BEF-484F-430D-6C98CE50D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4F728-C859-1097-1397-F7900B6D5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48066-BABC-A1BB-269C-B15B1E375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186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72056-F43B-722C-34F3-7F8FA9FD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7A52C-D450-10CA-0DBE-D76EC0D0A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A65DDE-DE46-031C-ED46-720D5FACE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838A0-824A-AD8C-D626-16542E5FA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30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AF70F-477F-B2AA-CCE1-0A0F6879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1BD0F-1524-1DE7-6990-E82251B28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412F6-7CC6-F3F9-16CE-B6C6994F9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0480F-0876-DB90-33CD-D46A9F459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280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D784-C961-A7AF-1EAF-181BB86D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AE4BD-8183-5ADC-11B3-BF8C02621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06EB5-13A5-77F2-83AC-41774E6BE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5232B-22E1-535A-D876-279A8C14E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384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8F58-5B80-AE9F-2A46-9638536E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83114-337E-373D-533C-20394BBD1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7A0F8-477E-6A03-F09A-EE6357E88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6A618-5085-4F6F-42D0-4FA5FE33C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313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59E8-AD76-EE8A-D50E-EB143E262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85610-5ECB-0274-2555-9BB22E024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9EAFC-D306-C3BD-45D8-25DCAAD5F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5B909-9C4F-FE1E-58FD-339BEF0DF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876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26FA-9495-82BE-4A89-46A84C7C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98713-29E0-D6FE-1122-155721D6E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67361-BE9D-6D8A-F40D-6F6C93940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4ED32-F7BE-25EA-A57E-5A388894A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040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1474-636E-57EC-3ABE-61745BD8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9BD03-270F-84B8-C6EB-E62411090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1194D-CB5B-8DBE-8379-0449004AF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C0A87-0E40-D888-2D59-086AC9B23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332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C22A-1BCB-883D-ABF3-D86648A6B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C321C-96D1-3461-E861-B784BAECB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E293F-64E8-E6C3-7C78-63E84E48A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6CFDE-6262-6D38-EB4A-8376FE048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908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E617-5B12-B9AB-8EB4-D1C2F99A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36047-06F0-E9F0-DF72-4D9A10173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D9A43-0FC9-2041-156F-8E968BCE0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C4710-7905-498C-42AB-F22A7B014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2131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4EE5-ECE7-4E02-B886-F6B0894D7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70A04-5D7C-4078-7320-148E8B0DB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7DD3E-636F-B7B9-6AE1-FEAA8E7DB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E71E2-D2EA-6193-10D3-E45980AC7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544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</a:t>
            </a:r>
            <a:r>
              <a:rPr lang="en-US" dirty="0" err="1"/>
              <a:t>el</a:t>
            </a:r>
            <a:r>
              <a:rPr lang="en-US" dirty="0"/>
              <a:t> Cordero de Dios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18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F29AE-FCD0-D78C-8EF6-7BE118CA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84FBA-483F-E880-8C0C-DBFACDC77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E2CB9-E958-BC43-C70C-BCE675E83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32E71-72BC-AE2F-2331-7CB3246AB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226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32B2-548C-4997-DE1D-24DBF489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2682A-A280-48F4-0818-1096053FD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C808-C7BF-2CAB-537D-9FE47F704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CA723-6322-B956-3C76-CBCFC4971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390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05BC-DA94-EC60-CEDD-6DC05F6D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68664-F9CC-464E-F384-75F25A0F7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A608-D43B-B8B3-5D5E-15E1C4F84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0522A-30A5-1DD4-48F1-0120480E0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E87F2-5E7F-4611-8794-BB29318547AE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77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2950-809D-870D-8992-642DE3680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E919E-E9B7-0AA0-3048-5C73F8760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60577-42CF-F869-ACD2-9CF3FF57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1CF61-6E62-D6D0-BFA2-92D6875EB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CDA64-6665-3BB5-A707-1A451DCF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0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9A25-53B4-EFC4-CBE8-5A9BE373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E533A-A2F3-263A-FB95-82153455A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BD353-2BE6-6575-3B19-E42FFE6C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9333A-2B7E-D28E-2F3F-2E0AE786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36B83-78B9-B68A-92D4-88B6EF02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5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D10D-BBC3-AD8E-7C23-66709E58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03F5A-B09D-449F-E783-CE72CE236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5A383-C63D-255D-5DA4-BCC66DF91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2BDD-49DF-13C6-2F15-FC8E35CC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49F38-90EC-0BBB-4B83-C906F4EC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6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161D-50CF-427B-0FC3-E0A22C36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B939D-FD6F-AE44-FA45-BF23C614A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C0363-F5AE-4403-6EE3-2E57C3690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88D3-4CE5-2C58-BE47-713C8AE5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D8396-DEE8-253E-EA64-BF43F568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EF2C6-6D30-A48C-BB4C-2B79B3BE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8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98B7-C996-F51E-2C3E-A7F6B9C4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62C9-EE0C-36AA-CE3C-F782E798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5D6A6-C5D4-524B-0B08-75285525C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12EC5-346C-1AE6-3F69-D28FF256A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48E29-F610-58E5-FE1D-3207AF5F4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1595D-2B35-A6DC-3498-B508562A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DA177-8191-FA2A-EB5F-3493E255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9C614-6BED-F555-54B3-A318481F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5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B9DFF-60BC-C708-AE57-E4B73656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A5B6B8-64F6-2C3C-16B4-A98221B3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646EB-932B-E99B-07B1-CC5EDF3F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CE7D4-28EF-C067-11C5-9F89492E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1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62E6D-708C-3B19-0577-FE43A359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72EE7-F2DB-54F0-D006-22B16C17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E3D3D-159A-5670-AA12-9DE628EC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2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E9B21-3062-DF7A-5C16-97B15DAD3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95CA6-E8BC-3B81-21B7-ADCA1862A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3A497-761E-EDA3-6A82-7C1E7B56B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A3C16-B9F8-86B9-1ABA-373B27A4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DED00-210E-0006-4402-568EDC9E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0D1C9-22A0-8F3D-66CA-A92AB89A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6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DEED-D69D-6E21-9A22-7C6DD80F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3B56C-BA11-2E98-D4D4-E589534AC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D56B3-5E98-87CF-F7E7-15DE72DD5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1C0C8-79B7-5B09-7FB2-065125F5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0035D-9646-AC70-C585-85071B15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E5747-D077-5904-4EDF-E356C4BA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5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2972-5672-B77C-B64A-5AC71063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78FBC-C061-4FAE-5472-3EF1AB9A8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E7D3D-6D53-1007-4DC2-BFEEF922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3F867-AC76-1318-AF9B-C1A852D4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2075E-81A1-7AFE-20A5-0764C612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8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5F978-F883-8362-5C87-EFE6237A5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E4661-FFC6-CF98-428B-9228D118D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93974-9906-5DA9-7AB0-9242549C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A925A-947A-A77B-CC38-A033FC50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3F57-3F93-00E7-FF8D-6957BAFF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CCAD0C-C9D2-3BBB-C0E8-C85ED3D8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D3123-7ED7-363E-1FB0-9EE72F887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FE111-3FC4-FE88-8E0E-35732AE1EA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6CAD0-60AC-4BB0-BB0F-2BB5197663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53B9D-34E8-BAE3-DE03-A6B366A79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ECEC0-EB99-5528-9B20-9430D0545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95274-DE67-4138-BA96-BFDFABC7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6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E314E7-7389-4D4A-9508-A3026A90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311" y="462481"/>
            <a:ext cx="5371045" cy="5933038"/>
          </a:xfrm>
        </p:spPr>
        <p:txBody>
          <a:bodyPr anchor="ctr">
            <a:noAutofit/>
          </a:bodyPr>
          <a:lstStyle/>
          <a:p>
            <a:pPr algn="ctr"/>
            <a:r>
              <a:rPr lang="es-ES" sz="3600" b="1" dirty="0">
                <a:solidFill>
                  <a:schemeClr val="bg1"/>
                </a:solidFill>
              </a:rPr>
              <a:t>Bienvenidos a Nuestra Señora de la Gracia</a:t>
            </a:r>
            <a:br>
              <a:rPr lang="es-ES" sz="3600" b="1" dirty="0">
                <a:solidFill>
                  <a:schemeClr val="bg1"/>
                </a:solidFill>
              </a:rPr>
            </a:br>
            <a:br>
              <a:rPr lang="es-ES" sz="3600" b="1" dirty="0">
                <a:solidFill>
                  <a:schemeClr val="bg1"/>
                </a:solidFill>
              </a:rPr>
            </a:br>
            <a:r>
              <a:rPr lang="es-ES" sz="3600" b="1" dirty="0">
                <a:solidFill>
                  <a:schemeClr val="bg1"/>
                </a:solidFill>
              </a:rPr>
              <a:t>Hoy celebramos el {LITURGICAL_DAY}</a:t>
            </a:r>
            <a:br>
              <a:rPr lang="es-ES" sz="3600" b="1" dirty="0">
                <a:solidFill>
                  <a:schemeClr val="bg1"/>
                </a:solidFill>
              </a:rPr>
            </a:br>
            <a:br>
              <a:rPr lang="es-ES" sz="3600" b="1" dirty="0">
                <a:solidFill>
                  <a:schemeClr val="bg1"/>
                </a:solidFill>
              </a:rPr>
            </a:br>
            <a:r>
              <a:rPr lang="es-ES" sz="3600" b="1" dirty="0">
                <a:solidFill>
                  <a:schemeClr val="bg1"/>
                </a:solidFill>
              </a:rPr>
              <a:t>Por favor, prepárense para la celebración de la Santa Misa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Virgin Mary Icons: Our Lady of Grace Icon | Monastery Icons">
            <a:extLst>
              <a:ext uri="{FF2B5EF4-FFF2-40B4-BE49-F238E27FC236}">
                <a16:creationId xmlns:a16="http://schemas.microsoft.com/office/drawing/2014/main" id="{5906082B-EF72-D05A-A4ED-AF29CC51F64D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5" t="4934" r="7946" b="6212"/>
          <a:stretch>
            <a:fillRect/>
          </a:stretch>
        </p:blipFill>
        <p:spPr bwMode="auto">
          <a:xfrm>
            <a:off x="6970906" y="662709"/>
            <a:ext cx="4211782" cy="553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21388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41998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2032B-8903-1377-6056-97A414C4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0718EC0-0D85-C52E-FFAB-0BEB44140075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FD6C3-2A91-7B65-6A8A-41E7EC23A482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{ENTRANCE_HYMN}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12002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6577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0A324-07C2-CC8E-464A-4EA7CCDB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68969DC-5C52-11DA-F512-F7032CE5F8E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6365E-EABE-99F0-6632-B4D3677C7299}"/>
              </a:ext>
            </a:extLst>
          </p:cNvPr>
          <p:cNvSpPr txBox="1"/>
          <p:nvPr/>
        </p:nvSpPr>
        <p:spPr>
          <a:xfrm>
            <a:off x="1416143" y="1997838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Yo confieso ante Dios todopoderoso y ante ustedes, hermanos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90547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EED29-969A-BC3C-916D-B3D972B4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0EBAA37-04CC-7BEF-E321-2D61AF32343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FF2B9-E320-F0E3-68BC-E241C85A512A}"/>
              </a:ext>
            </a:extLst>
          </p:cNvPr>
          <p:cNvSpPr txBox="1"/>
          <p:nvPr/>
        </p:nvSpPr>
        <p:spPr>
          <a:xfrm>
            <a:off x="1416143" y="1074510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que he pecado mucho de pensamiento, palabra, obra y omisión. Por mi culpa, por mi culpa, por mi gran culpa. 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60635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349D-8D34-E299-A636-5B6E7918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D9C0680-7A6A-8045-7937-E19880EB9268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3552F-B711-6A75-B104-8914C1DBF577}"/>
              </a:ext>
            </a:extLst>
          </p:cNvPr>
          <p:cNvSpPr txBox="1"/>
          <p:nvPr/>
        </p:nvSpPr>
        <p:spPr>
          <a:xfrm>
            <a:off x="1416143" y="612845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Por eso ruego a santa María siempre Virgen, a los ángeles, a los santos y a ustedes, hermanos, que intercedan por mí ante Dios, nuestro Señor. 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5455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CFDAE-79C5-66D6-E192-2D9C41BA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275998F-5CCE-18FA-D860-F51859D4D1B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709E3-79F2-E425-763A-52D1DBE071BF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Amén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6205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7F365-BA3F-51D4-30FA-F2C20F89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25652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CCB8C-D658-B234-9F7D-8051868A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8BC9214-86B3-254D-708E-EFECC17C9EE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A3A78-CA25-8E6D-3631-3F358BC0FCCC}"/>
              </a:ext>
            </a:extLst>
          </p:cNvPr>
          <p:cNvSpPr txBox="1"/>
          <p:nvPr/>
        </p:nvSpPr>
        <p:spPr>
          <a:xfrm>
            <a:off x="519064" y="612844"/>
            <a:ext cx="11153869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ES" sz="6000" dirty="0">
                <a:solidFill>
                  <a:schemeClr val="bg1"/>
                </a:solidFill>
              </a:rPr>
              <a:t>Señor, ten piedad.</a:t>
            </a:r>
          </a:p>
          <a:p>
            <a:pPr algn="r"/>
            <a:r>
              <a:rPr lang="es-ES" sz="6000" b="1" dirty="0">
                <a:solidFill>
                  <a:schemeClr val="bg1"/>
                </a:solidFill>
              </a:rPr>
              <a:t>Señor, ten piedad.</a:t>
            </a:r>
          </a:p>
          <a:p>
            <a:r>
              <a:rPr lang="es-ES" sz="6000" dirty="0">
                <a:solidFill>
                  <a:schemeClr val="bg1"/>
                </a:solidFill>
              </a:rPr>
              <a:t>Cristo, ten piedad.</a:t>
            </a:r>
          </a:p>
          <a:p>
            <a:pPr algn="r"/>
            <a:r>
              <a:rPr lang="es-ES" sz="6000" b="1" dirty="0">
                <a:solidFill>
                  <a:schemeClr val="bg1"/>
                </a:solidFill>
              </a:rPr>
              <a:t>Cristo, ten piedad.</a:t>
            </a:r>
          </a:p>
          <a:p>
            <a:r>
              <a:rPr lang="es-ES" sz="6000" dirty="0">
                <a:solidFill>
                  <a:schemeClr val="bg1"/>
                </a:solidFill>
              </a:rPr>
              <a:t>Señor, ten piedad.</a:t>
            </a:r>
          </a:p>
          <a:p>
            <a:pPr algn="r"/>
            <a:r>
              <a:rPr lang="es-ES" sz="6000" b="1" dirty="0">
                <a:solidFill>
                  <a:schemeClr val="bg1"/>
                </a:solidFill>
              </a:rPr>
              <a:t>Señor, ten piedad.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2672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90A3-F7D6-A0E1-5311-FCFF3C328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51486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AEF28-746C-8F06-E928-D9912A95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32682DD-0B56-4CD3-CDD3-DC7CA97D0D3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B6B36-8041-B9AF-807D-B76F9D0F900E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Gloria a Dios en el cielo, 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y en la tierra paz a los hombres que ama el Señor.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88180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AB055-FED6-2A40-3297-26924387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24E1632-19C6-8485-B48F-37B5E17D84B1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D7A91-42E0-B183-7E78-F993CFDC424C}"/>
              </a:ext>
            </a:extLst>
          </p:cNvPr>
          <p:cNvSpPr txBox="1"/>
          <p:nvPr/>
        </p:nvSpPr>
        <p:spPr>
          <a:xfrm>
            <a:off x="1416143" y="612845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Por tu inmensa gloria 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alabamos,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bendecimos,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adoramos,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glorificamos,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te damos gracias,</a:t>
            </a:r>
          </a:p>
        </p:txBody>
      </p:sp>
    </p:spTree>
    <p:extLst>
      <p:ext uri="{BB962C8B-B14F-4D97-AF65-F5344CB8AC3E}">
        <p14:creationId xmlns:p14="http://schemas.microsoft.com/office/powerpoint/2010/main" val="37319162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1C501-DA86-25CB-DE1A-C6970F2A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2BE814F-E33A-262B-5837-BDA35746BB7E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EB372-DDEC-822F-3D3E-FA4CB4826B8A}"/>
              </a:ext>
            </a:extLst>
          </p:cNvPr>
          <p:cNvSpPr txBox="1"/>
          <p:nvPr/>
        </p:nvSpPr>
        <p:spPr>
          <a:xfrm>
            <a:off x="1416143" y="2459504"/>
            <a:ext cx="9359713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Señor Dios, Rey celestial, Dios Padre todopoderoso.</a:t>
            </a:r>
          </a:p>
        </p:txBody>
      </p:sp>
    </p:spTree>
    <p:extLst>
      <p:ext uri="{BB962C8B-B14F-4D97-AF65-F5344CB8AC3E}">
        <p14:creationId xmlns:p14="http://schemas.microsoft.com/office/powerpoint/2010/main" val="233975926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4328-A60E-6D10-2D49-F599F366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C1BB268-296B-4AF1-EB34-AA9B88DF81C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D106E-6CC4-3326-71C2-27487828F5C0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Señor, Hijo único, Jesucristo. Señor Dios, Cordero de Dios, Hijo del Padre.</a:t>
            </a:r>
          </a:p>
        </p:txBody>
      </p:sp>
    </p:spTree>
    <p:extLst>
      <p:ext uri="{BB962C8B-B14F-4D97-AF65-F5344CB8AC3E}">
        <p14:creationId xmlns:p14="http://schemas.microsoft.com/office/powerpoint/2010/main" val="390019632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F335-2C52-8AC8-8824-90AB06F82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2FC1CF8-E67A-004F-9736-0F31308080A1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8BD98-325E-AC9E-A1EB-D2D58BC6A3BD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Tú que quitas el pecado del mundo, ten piedad de nosotros;</a:t>
            </a:r>
          </a:p>
        </p:txBody>
      </p:sp>
    </p:spTree>
    <p:extLst>
      <p:ext uri="{BB962C8B-B14F-4D97-AF65-F5344CB8AC3E}">
        <p14:creationId xmlns:p14="http://schemas.microsoft.com/office/powerpoint/2010/main" val="70396413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7D067-8C2D-7B85-8C56-CDDFA148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DEFDBDF-EB45-F38F-7DD3-28AF649BC849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5C8A7-6F69-1BEA-8BF4-1746F1953DF0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tú que quitas el pecado del mundo, atiende nuestras súplicas;</a:t>
            </a:r>
          </a:p>
        </p:txBody>
      </p:sp>
    </p:spTree>
    <p:extLst>
      <p:ext uri="{BB962C8B-B14F-4D97-AF65-F5344CB8AC3E}">
        <p14:creationId xmlns:p14="http://schemas.microsoft.com/office/powerpoint/2010/main" val="147767738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B1F9-F6A1-0E5C-E853-C67DC2FD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AA486DF-6BE7-461F-8981-ADE072A3B14D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D8E65-85EA-41C3-37DD-6F9E1F73DDB2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tú que estás sentado a la derecha del Padre, ten piedad de nosotros.</a:t>
            </a:r>
          </a:p>
        </p:txBody>
      </p:sp>
    </p:spTree>
    <p:extLst>
      <p:ext uri="{BB962C8B-B14F-4D97-AF65-F5344CB8AC3E}">
        <p14:creationId xmlns:p14="http://schemas.microsoft.com/office/powerpoint/2010/main" val="397783261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1706-53AB-A5D6-5D30-D034ABC7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11113DC-61F3-4F32-446C-31281ECCFEF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2A9F2-3E59-6603-09E8-0BB02685EEA4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Porque sólo tú eres Santo, sólo tú Señor, sólo tú Altísimo, Jesucristo,</a:t>
            </a:r>
          </a:p>
        </p:txBody>
      </p:sp>
    </p:spTree>
    <p:extLst>
      <p:ext uri="{BB962C8B-B14F-4D97-AF65-F5344CB8AC3E}">
        <p14:creationId xmlns:p14="http://schemas.microsoft.com/office/powerpoint/2010/main" val="12806969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821D-FFDF-8E00-E35C-A371D031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986E173-F318-B3FA-9C34-2680B79CEF5C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09B94-9294-CAF1-78A2-8C24B09CFFFF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con el Espíritu Santo en la gloria de Dios Padre.</a:t>
            </a:r>
          </a:p>
          <a:p>
            <a:pPr algn="ctr"/>
            <a:endParaRPr lang="es-ES" sz="6000" b="1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Amén.</a:t>
            </a:r>
          </a:p>
        </p:txBody>
      </p:sp>
    </p:spTree>
    <p:extLst>
      <p:ext uri="{BB962C8B-B14F-4D97-AF65-F5344CB8AC3E}">
        <p14:creationId xmlns:p14="http://schemas.microsoft.com/office/powerpoint/2010/main" val="109933207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EC4E-CBD2-1826-9651-56E1F4A2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30253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AC21-B2D5-E940-16F7-B76CB997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7DF547C-A219-5912-2B2B-8A3227068D8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BA1F6-596B-2609-517A-85F828F420EB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{FIRST_READING_REF}</a:t>
            </a:r>
          </a:p>
        </p:txBody>
      </p:sp>
    </p:spTree>
    <p:extLst>
      <p:ext uri="{BB962C8B-B14F-4D97-AF65-F5344CB8AC3E}">
        <p14:creationId xmlns:p14="http://schemas.microsoft.com/office/powerpoint/2010/main" val="149424914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D9993-6C20-5465-4DC3-43A6BEC6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BB4502E-E620-7B0D-383C-1E374F1E5FE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7B22E-90B2-E32D-2AEF-EB0CF0D5B244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{FIRST_READING_TXT}</a:t>
            </a:r>
          </a:p>
        </p:txBody>
      </p:sp>
    </p:spTree>
    <p:extLst>
      <p:ext uri="{BB962C8B-B14F-4D97-AF65-F5344CB8AC3E}">
        <p14:creationId xmlns:p14="http://schemas.microsoft.com/office/powerpoint/2010/main" val="389842812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DD355-0000-BC7C-F569-9F376306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EEB584D-9955-DED6-C299-431AF7290848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9209C-AA4E-CFD0-A387-212E65A69286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Palabra de Dios.</a:t>
            </a:r>
          </a:p>
          <a:p>
            <a:pPr algn="ctr"/>
            <a:endParaRPr lang="es-ES" sz="6000" b="1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R. Te alabamos, Señor.</a:t>
            </a:r>
          </a:p>
        </p:txBody>
      </p:sp>
    </p:spTree>
    <p:extLst>
      <p:ext uri="{BB962C8B-B14F-4D97-AF65-F5344CB8AC3E}">
        <p14:creationId xmlns:p14="http://schemas.microsoft.com/office/powerpoint/2010/main" val="118442739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3EAB-2399-1C0A-6109-1FA27969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9836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1385-8563-2857-EB24-AF6BD7226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08F6292-0713-DDD0-9FA5-A79D0B6744D0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7C192-544A-D1B6-7C18-22AF0055D504}"/>
              </a:ext>
            </a:extLst>
          </p:cNvPr>
          <p:cNvSpPr txBox="1"/>
          <p:nvPr/>
        </p:nvSpPr>
        <p:spPr>
          <a:xfrm>
            <a:off x="1416143" y="2705725"/>
            <a:ext cx="9359713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Salmo Responsorial… 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</a:rPr>
              <a:t>{PSALM_REF}</a:t>
            </a:r>
          </a:p>
        </p:txBody>
      </p:sp>
    </p:spTree>
    <p:extLst>
      <p:ext uri="{BB962C8B-B14F-4D97-AF65-F5344CB8AC3E}">
        <p14:creationId xmlns:p14="http://schemas.microsoft.com/office/powerpoint/2010/main" val="282297212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94A5-EC10-9DFB-0D5E-6A72D06A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20CC9EE-509B-4904-6CD7-BDC26512AAFF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6B51E-CFBA-9482-D114-8F6CA1FF0D3E}"/>
              </a:ext>
            </a:extLst>
          </p:cNvPr>
          <p:cNvSpPr txBox="1"/>
          <p:nvPr/>
        </p:nvSpPr>
        <p:spPr>
          <a:xfrm>
            <a:off x="1416143" y="2967335"/>
            <a:ext cx="9359713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5400" b="1" dirty="0">
                <a:solidFill>
                  <a:schemeClr val="bg1"/>
                </a:solidFill>
              </a:rPr>
              <a:t>{PSALM_TXT}</a:t>
            </a:r>
          </a:p>
        </p:txBody>
      </p:sp>
    </p:spTree>
    <p:extLst>
      <p:ext uri="{BB962C8B-B14F-4D97-AF65-F5344CB8AC3E}">
        <p14:creationId xmlns:p14="http://schemas.microsoft.com/office/powerpoint/2010/main" val="254083617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911A-F2B1-5EC1-1FD5-5338B0C67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642113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FC323-63BF-F689-FAC0-F248B0D4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484CE7B-2452-4A35-F3E0-21D53586D19D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29261-C366-C8D7-8CA0-DE195F4030B0}"/>
              </a:ext>
            </a:extLst>
          </p:cNvPr>
          <p:cNvSpPr txBox="1"/>
          <p:nvPr/>
        </p:nvSpPr>
        <p:spPr>
          <a:xfrm>
            <a:off x="1416143" y="2705725"/>
            <a:ext cx="9359713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Aleluya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</a:rPr>
              <a:t>{ACCLAMATION_REF}</a:t>
            </a:r>
          </a:p>
        </p:txBody>
      </p:sp>
    </p:spTree>
    <p:extLst>
      <p:ext uri="{BB962C8B-B14F-4D97-AF65-F5344CB8AC3E}">
        <p14:creationId xmlns:p14="http://schemas.microsoft.com/office/powerpoint/2010/main" val="77713277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01AD-6614-D1AE-B937-411A53DD2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63608F8-A02E-2AB3-C48F-EFF6B57EA66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A22CD-A8DA-DFCF-912A-B5EF7E2923AD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{ACCLAMATION_TXT}</a:t>
            </a:r>
          </a:p>
        </p:txBody>
      </p:sp>
    </p:spTree>
    <p:extLst>
      <p:ext uri="{BB962C8B-B14F-4D97-AF65-F5344CB8AC3E}">
        <p14:creationId xmlns:p14="http://schemas.microsoft.com/office/powerpoint/2010/main" val="2444799486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F566-069B-FD35-36D2-019029E8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CA4F932-876D-8B7C-DD86-7B9EF481067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5A79D-943E-1F79-31B0-6788B02817B2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Aleluya</a:t>
            </a:r>
          </a:p>
        </p:txBody>
      </p:sp>
    </p:spTree>
    <p:extLst>
      <p:ext uri="{BB962C8B-B14F-4D97-AF65-F5344CB8AC3E}">
        <p14:creationId xmlns:p14="http://schemas.microsoft.com/office/powerpoint/2010/main" val="131112624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F7F5D-88ED-F32E-990B-8ADFE6A3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33053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41A29-6F95-5DE7-A37E-8D8047B2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D6B3FD8-719F-3923-F774-13091817220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8D668-97E7-64A6-AAF0-322C0B81D169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El Señor esté con ustedes.</a:t>
            </a:r>
          </a:p>
          <a:p>
            <a:pPr algn="ctr"/>
            <a:endParaRPr lang="es-ES" sz="6000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R. Y con tu espíritu.</a:t>
            </a:r>
          </a:p>
        </p:txBody>
      </p:sp>
    </p:spTree>
    <p:extLst>
      <p:ext uri="{BB962C8B-B14F-4D97-AF65-F5344CB8AC3E}">
        <p14:creationId xmlns:p14="http://schemas.microsoft.com/office/powerpoint/2010/main" val="39362831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E1454-339E-6295-659B-0F25D04E1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E846FA3-167D-C301-DA33-3907AC8CBD3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5C40E-C6F6-A5AA-83EB-3EE7151659AE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Lectura del santo Evangelio según san {GOSPEL_REF}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R. Gloria a ti, Señor.</a:t>
            </a:r>
          </a:p>
        </p:txBody>
      </p:sp>
    </p:spTree>
    <p:extLst>
      <p:ext uri="{BB962C8B-B14F-4D97-AF65-F5344CB8AC3E}">
        <p14:creationId xmlns:p14="http://schemas.microsoft.com/office/powerpoint/2010/main" val="834711310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31B7E-57D7-8146-DF75-3086BDA3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B40D4CD-69C9-8C52-0AC9-BB18C9072055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0655B-9A11-F8D3-45D4-7B9A23C7C826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{GOSPEL_TXT}</a:t>
            </a:r>
          </a:p>
        </p:txBody>
      </p:sp>
    </p:spTree>
    <p:extLst>
      <p:ext uri="{BB962C8B-B14F-4D97-AF65-F5344CB8AC3E}">
        <p14:creationId xmlns:p14="http://schemas.microsoft.com/office/powerpoint/2010/main" val="188865451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3D070-A740-C833-9932-39C0E932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5BC652B-C042-45CE-FD48-9874A409C6A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4A5D9-9702-6E0E-D9B3-1D6424C9F99E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dirty="0">
                <a:solidFill>
                  <a:schemeClr val="bg1"/>
                </a:solidFill>
              </a:rPr>
              <a:t>Palabra del Señor.</a:t>
            </a:r>
          </a:p>
          <a:p>
            <a:pPr algn="ctr"/>
            <a:endParaRPr lang="es-ES" sz="6000" b="1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R. Gloria a ti, Señor Jesús.</a:t>
            </a:r>
          </a:p>
        </p:txBody>
      </p:sp>
    </p:spTree>
    <p:extLst>
      <p:ext uri="{BB962C8B-B14F-4D97-AF65-F5344CB8AC3E}">
        <p14:creationId xmlns:p14="http://schemas.microsoft.com/office/powerpoint/2010/main" val="2427696132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BF17-2BDE-07E8-5FA8-4F396685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16588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44AA-B565-F328-087A-41484EAB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C6C45BB-B25F-B6B8-6F7B-7C0D6883E82F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CD6F7-3015-E27D-49D3-048E09B6A88A}"/>
              </a:ext>
            </a:extLst>
          </p:cNvPr>
          <p:cNvSpPr txBox="1"/>
          <p:nvPr/>
        </p:nvSpPr>
        <p:spPr>
          <a:xfrm>
            <a:off x="1416143" y="1074509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Creo en un solo Dios, Padre todopoderoso, Creador del cielo y de la tierra, de todo lo visible y lo invisible.</a:t>
            </a:r>
          </a:p>
        </p:txBody>
      </p:sp>
    </p:spTree>
    <p:extLst>
      <p:ext uri="{BB962C8B-B14F-4D97-AF65-F5344CB8AC3E}">
        <p14:creationId xmlns:p14="http://schemas.microsoft.com/office/powerpoint/2010/main" val="27858665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319D-E8CB-0557-8AD8-3FE270D0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FB45107-1059-B90F-B313-2FBBF7BE1B5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1F434-183B-C013-611F-7EFCBA347F34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Creo en un solo Señor, Jesucristo, Hijo único de Dios, nacido del Padre antes de todos los siglos</a:t>
            </a:r>
          </a:p>
        </p:txBody>
      </p:sp>
    </p:spTree>
    <p:extLst>
      <p:ext uri="{BB962C8B-B14F-4D97-AF65-F5344CB8AC3E}">
        <p14:creationId xmlns:p14="http://schemas.microsoft.com/office/powerpoint/2010/main" val="3848177614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7A820-8C81-F821-7FA4-2E17616C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ED1CD09-EF9F-FBA4-CAFB-454BBEF536B4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F28BD-1B72-32AB-3318-7FD118748E98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Dios de Dios, Luz de Luz, Dios verdadero de Dios verdadero, engendrado, no creado,</a:t>
            </a:r>
          </a:p>
        </p:txBody>
      </p:sp>
    </p:spTree>
    <p:extLst>
      <p:ext uri="{BB962C8B-B14F-4D97-AF65-F5344CB8AC3E}">
        <p14:creationId xmlns:p14="http://schemas.microsoft.com/office/powerpoint/2010/main" val="892685811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26E0-681E-9581-87A2-839AC58E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4A05477-58E6-9ABB-5E94-6A14E777629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30C75-3F13-9A49-4F87-443227F565D3}"/>
              </a:ext>
            </a:extLst>
          </p:cNvPr>
          <p:cNvSpPr txBox="1"/>
          <p:nvPr/>
        </p:nvSpPr>
        <p:spPr>
          <a:xfrm>
            <a:off x="1416143" y="612844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de la misma naturaleza del Padre, por quien todo fue hecho, que por nosotros, los hombres, y por nuestra salvación bajó del cielo,</a:t>
            </a:r>
          </a:p>
        </p:txBody>
      </p:sp>
    </p:spTree>
    <p:extLst>
      <p:ext uri="{BB962C8B-B14F-4D97-AF65-F5344CB8AC3E}">
        <p14:creationId xmlns:p14="http://schemas.microsoft.com/office/powerpoint/2010/main" val="2106138432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BC4A7-89B0-EBC2-D39B-43206624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3A94D67-A4F2-F9E7-D986-95C4B081899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76116-B04B-EEED-EBD6-C853C987E1C3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por obra del Espíritu Santo se encarnó de María, la Virgen, y se hizo hombre,</a:t>
            </a:r>
          </a:p>
        </p:txBody>
      </p:sp>
    </p:spTree>
    <p:extLst>
      <p:ext uri="{BB962C8B-B14F-4D97-AF65-F5344CB8AC3E}">
        <p14:creationId xmlns:p14="http://schemas.microsoft.com/office/powerpoint/2010/main" val="1878155435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62433-2398-5427-4C5A-4687028B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9330416-132C-98FC-B1DE-E47C7A6D378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DE6DE-3ED6-3881-E33A-019E14A76EE1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por nuestra causa fue crucificado en tiempos de Poncio Pilato, padeció y fue sepultado, </a:t>
            </a:r>
          </a:p>
        </p:txBody>
      </p:sp>
    </p:spTree>
    <p:extLst>
      <p:ext uri="{BB962C8B-B14F-4D97-AF65-F5344CB8AC3E}">
        <p14:creationId xmlns:p14="http://schemas.microsoft.com/office/powerpoint/2010/main" val="3258957707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8B649-FE04-F9D8-CD5A-762CE61B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07D9301-DB57-6C9B-2A89-F2FABC6E695C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AB703-5B2C-6E66-AFE0-9D24FD4E6DA8}"/>
              </a:ext>
            </a:extLst>
          </p:cNvPr>
          <p:cNvSpPr txBox="1"/>
          <p:nvPr/>
        </p:nvSpPr>
        <p:spPr>
          <a:xfrm>
            <a:off x="1416143" y="1997838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resucitó al tercer día, según las Escrituras, y subió al cielo,</a:t>
            </a:r>
          </a:p>
        </p:txBody>
      </p:sp>
    </p:spTree>
    <p:extLst>
      <p:ext uri="{BB962C8B-B14F-4D97-AF65-F5344CB8AC3E}">
        <p14:creationId xmlns:p14="http://schemas.microsoft.com/office/powerpoint/2010/main" val="2720910212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B2EA2-537C-F4EC-910B-B9B4BD88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11E14AC-CF0E-C4BC-80FD-E0A073EA607F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03B21-2255-048C-9361-23B576A4C658}"/>
              </a:ext>
            </a:extLst>
          </p:cNvPr>
          <p:cNvSpPr txBox="1"/>
          <p:nvPr/>
        </p:nvSpPr>
        <p:spPr>
          <a:xfrm>
            <a:off x="1416143" y="612844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está sentado a la derecha del Padre, y de nuevo vendrá con gloria para juzgar a vivos y muertos, y su reino no tendrá fin.</a:t>
            </a:r>
          </a:p>
        </p:txBody>
      </p:sp>
    </p:spTree>
    <p:extLst>
      <p:ext uri="{BB962C8B-B14F-4D97-AF65-F5344CB8AC3E}">
        <p14:creationId xmlns:p14="http://schemas.microsoft.com/office/powerpoint/2010/main" val="1960943468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6C8AE-B1BA-E545-F707-C9D57727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134F295-2925-6117-C489-55B5B42BD575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CCFD9-E4E4-BEBC-EF09-D994FF539007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Creo en el Espíritu Santo, Señor y dador de vida, que procede del Padre y del Hijo, </a:t>
            </a:r>
          </a:p>
        </p:txBody>
      </p:sp>
    </p:spTree>
    <p:extLst>
      <p:ext uri="{BB962C8B-B14F-4D97-AF65-F5344CB8AC3E}">
        <p14:creationId xmlns:p14="http://schemas.microsoft.com/office/powerpoint/2010/main" val="3958240307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8309-D3A2-F638-CE72-11D28006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028199B-4102-27B2-C72A-97FB5151E00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6A565-0C23-2A81-3F2F-BBA3AB33225D}"/>
              </a:ext>
            </a:extLst>
          </p:cNvPr>
          <p:cNvSpPr txBox="1"/>
          <p:nvPr/>
        </p:nvSpPr>
        <p:spPr>
          <a:xfrm>
            <a:off x="1416143" y="1536173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que con el Padre y el Hijo recibe una misma adoración y gloria, y que habló por los profetas.</a:t>
            </a:r>
          </a:p>
        </p:txBody>
      </p:sp>
    </p:spTree>
    <p:extLst>
      <p:ext uri="{BB962C8B-B14F-4D97-AF65-F5344CB8AC3E}">
        <p14:creationId xmlns:p14="http://schemas.microsoft.com/office/powerpoint/2010/main" val="2920703170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A8CCA-E064-F4B0-3EEB-902447F08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A342C0A-6104-F953-E08D-C660E0C8DD59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1D933-F8CC-26F8-A45A-9BBAE2D76847}"/>
              </a:ext>
            </a:extLst>
          </p:cNvPr>
          <p:cNvSpPr txBox="1"/>
          <p:nvPr/>
        </p:nvSpPr>
        <p:spPr>
          <a:xfrm>
            <a:off x="1416143" y="1074509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Creo en la Iglesia, que es una, santa, católica y apostólica. Confieso que hay un solo bautismo para el perdón de los pecados.</a:t>
            </a:r>
          </a:p>
        </p:txBody>
      </p:sp>
    </p:spTree>
    <p:extLst>
      <p:ext uri="{BB962C8B-B14F-4D97-AF65-F5344CB8AC3E}">
        <p14:creationId xmlns:p14="http://schemas.microsoft.com/office/powerpoint/2010/main" val="1437128484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1C28-6A54-9EFD-F906-A80D6AE4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8B2D5F6-E95C-E3FA-DC5C-D154B0BFC789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F12FD-2C25-C04A-8716-F339F9069853}"/>
              </a:ext>
            </a:extLst>
          </p:cNvPr>
          <p:cNvSpPr txBox="1"/>
          <p:nvPr/>
        </p:nvSpPr>
        <p:spPr>
          <a:xfrm>
            <a:off x="1416143" y="1074509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Espero la resurrección de los muertos y la vida del mundo futuro.</a:t>
            </a:r>
          </a:p>
          <a:p>
            <a:pPr algn="ctr"/>
            <a:endParaRPr lang="es-ES" sz="6000" b="1" dirty="0">
              <a:solidFill>
                <a:schemeClr val="bg1"/>
              </a:solidFill>
            </a:endParaRP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Amén.</a:t>
            </a:r>
          </a:p>
        </p:txBody>
      </p:sp>
    </p:spTree>
    <p:extLst>
      <p:ext uri="{BB962C8B-B14F-4D97-AF65-F5344CB8AC3E}">
        <p14:creationId xmlns:p14="http://schemas.microsoft.com/office/powerpoint/2010/main" val="905153075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A0172-E3DB-BF79-AF96-81C8EB28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825711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8A7C-1E19-90C1-E36B-9DD9253A0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1F3B15B-A422-A6EA-E0C2-8B3552BBEC0C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534CA-6A27-F1CF-14B4-B323B92B2098}"/>
              </a:ext>
            </a:extLst>
          </p:cNvPr>
          <p:cNvSpPr txBox="1"/>
          <p:nvPr/>
        </p:nvSpPr>
        <p:spPr>
          <a:xfrm>
            <a:off x="1416143" y="2921167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{OFFERTORY_HYMN}</a:t>
            </a:r>
          </a:p>
        </p:txBody>
      </p:sp>
    </p:spTree>
    <p:extLst>
      <p:ext uri="{BB962C8B-B14F-4D97-AF65-F5344CB8AC3E}">
        <p14:creationId xmlns:p14="http://schemas.microsoft.com/office/powerpoint/2010/main" val="490227118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5AEF-D764-AB28-5523-18DECC63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00573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84E1E-BBF9-B4A4-00D7-E4F7258E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C90A5A8-D274-01E5-0B3A-609589B024CE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EABF6A-0E5B-B765-1E05-24DCA41E1A9C}"/>
              </a:ext>
            </a:extLst>
          </p:cNvPr>
          <p:cNvSpPr txBox="1"/>
          <p:nvPr/>
        </p:nvSpPr>
        <p:spPr>
          <a:xfrm>
            <a:off x="1416143" y="612843"/>
            <a:ext cx="9359713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El Señor reciba de tus manos este sacrificio,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para alabanza y gloria de su nombre,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para nuestro bien y el de toda su santa Iglesia.</a:t>
            </a:r>
          </a:p>
        </p:txBody>
      </p:sp>
    </p:spTree>
    <p:extLst>
      <p:ext uri="{BB962C8B-B14F-4D97-AF65-F5344CB8AC3E}">
        <p14:creationId xmlns:p14="http://schemas.microsoft.com/office/powerpoint/2010/main" val="1005261081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5FBEC-70CE-9A8C-40BC-485C3A57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600920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10AA-8C3A-7BA4-B3DE-7AF9C06B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3862933-DCCD-5CB5-E58D-0F4FD2E58B9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241CD-B06A-EC76-A549-C9C3BD91D5CF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Santo, Santo, Santo es el Señor, Dios del universo. Llenos están el cielo y la tierra de tu gloria.</a:t>
            </a:r>
          </a:p>
        </p:txBody>
      </p:sp>
    </p:spTree>
    <p:extLst>
      <p:ext uri="{BB962C8B-B14F-4D97-AF65-F5344CB8AC3E}">
        <p14:creationId xmlns:p14="http://schemas.microsoft.com/office/powerpoint/2010/main" val="1119069095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A073-17A5-6BC8-E3BA-4C858663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8ACB676-727C-7C0A-21CA-4A5D6243CA5E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58D70-9DFD-3602-E81D-1A9CF4901DA9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Hosanna en el cielo.</a:t>
            </a:r>
          </a:p>
        </p:txBody>
      </p:sp>
    </p:spTree>
    <p:extLst>
      <p:ext uri="{BB962C8B-B14F-4D97-AF65-F5344CB8AC3E}">
        <p14:creationId xmlns:p14="http://schemas.microsoft.com/office/powerpoint/2010/main" val="1051537316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3E39F-FF2B-5B39-E140-FC3F58DA0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508D4BF-08B8-9F1D-76FD-155807033AC2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7B267-9120-A343-ADC7-CA2A4F07EFDE}"/>
              </a:ext>
            </a:extLst>
          </p:cNvPr>
          <p:cNvSpPr txBox="1"/>
          <p:nvPr/>
        </p:nvSpPr>
        <p:spPr>
          <a:xfrm>
            <a:off x="1416143" y="2459504"/>
            <a:ext cx="9359713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Bendito el que viene en nombre del Señor.</a:t>
            </a:r>
          </a:p>
        </p:txBody>
      </p:sp>
    </p:spTree>
    <p:extLst>
      <p:ext uri="{BB962C8B-B14F-4D97-AF65-F5344CB8AC3E}">
        <p14:creationId xmlns:p14="http://schemas.microsoft.com/office/powerpoint/2010/main" val="1250068675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F27EC-03F1-F400-2562-541540F7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7566BDB-83A9-05D1-4BB7-6409DF38685D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855BF-CBEE-C143-40B8-4D14CF528E1E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Hosanna en el cielo.</a:t>
            </a:r>
          </a:p>
        </p:txBody>
      </p:sp>
    </p:spTree>
    <p:extLst>
      <p:ext uri="{BB962C8B-B14F-4D97-AF65-F5344CB8AC3E}">
        <p14:creationId xmlns:p14="http://schemas.microsoft.com/office/powerpoint/2010/main" val="2933079725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5FE2B-4087-27D4-A9AE-FCDEE7C0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071419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7802-E079-31B5-3C10-06048833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C698B4F-3BEE-E0AC-4F40-72C7BA604E77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40579-BB88-5F08-636E-6522376C4DDF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{MYSTERY_OF_FAITH}</a:t>
            </a:r>
          </a:p>
        </p:txBody>
      </p:sp>
    </p:spTree>
    <p:extLst>
      <p:ext uri="{BB962C8B-B14F-4D97-AF65-F5344CB8AC3E}">
        <p14:creationId xmlns:p14="http://schemas.microsoft.com/office/powerpoint/2010/main" val="1137148856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2C98-5797-BA99-675D-6C5FC5B0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006905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1341-167C-41C3-75EB-EB5759DB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50AF5B9-8CCD-325F-15B6-B7EDD5488ADE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1F6F1-CD2C-C62C-DF0F-F35EB105B0F4}"/>
              </a:ext>
            </a:extLst>
          </p:cNvPr>
          <p:cNvSpPr txBox="1"/>
          <p:nvPr/>
        </p:nvSpPr>
        <p:spPr>
          <a:xfrm>
            <a:off x="1416142" y="2644170"/>
            <a:ext cx="9359713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9600" b="1" dirty="0">
                <a:solidFill>
                  <a:schemeClr val="bg1"/>
                </a:solidFill>
                <a:latin typeface="Papyrus" panose="03070502060502030205" pitchFamily="66" charset="0"/>
              </a:rPr>
              <a:t>Amén</a:t>
            </a:r>
            <a:endParaRPr lang="es-ES" sz="9600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93926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7BF1A-8DE9-4508-A326-AE2C6D2D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128538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0CB8D-E24A-7885-88DF-AA51F596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325A618-3990-3429-9807-7A4EE6997208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B63463-58DD-9232-226E-20A4C5EFB302}"/>
              </a:ext>
            </a:extLst>
          </p:cNvPr>
          <p:cNvSpPr txBox="1"/>
          <p:nvPr/>
        </p:nvSpPr>
        <p:spPr>
          <a:xfrm>
            <a:off x="1416143" y="1074509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Padre Nuestro,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que estás en el cielo,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santificado sea tu nombre; venga a nosotros tu reino;</a:t>
            </a:r>
          </a:p>
        </p:txBody>
      </p:sp>
    </p:spTree>
    <p:extLst>
      <p:ext uri="{BB962C8B-B14F-4D97-AF65-F5344CB8AC3E}">
        <p14:creationId xmlns:p14="http://schemas.microsoft.com/office/powerpoint/2010/main" val="3838446522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3D8F9-9E37-2A93-0D3B-48142EF3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4B00703-6143-8E42-7AA8-4776B1DB7B39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681F0-2648-9240-F978-9395BD4A8A6E}"/>
              </a:ext>
            </a:extLst>
          </p:cNvPr>
          <p:cNvSpPr txBox="1"/>
          <p:nvPr/>
        </p:nvSpPr>
        <p:spPr>
          <a:xfrm>
            <a:off x="1416143" y="1074508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hágase tu voluntad,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en la tierra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como en el cielo.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Danos hoy nuestro pan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de cada día;</a:t>
            </a:r>
          </a:p>
        </p:txBody>
      </p:sp>
    </p:spTree>
    <p:extLst>
      <p:ext uri="{BB962C8B-B14F-4D97-AF65-F5344CB8AC3E}">
        <p14:creationId xmlns:p14="http://schemas.microsoft.com/office/powerpoint/2010/main" val="371273322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B0CC7-BCD6-AECD-6493-C93BE823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E63DFCA-F4E9-815A-4F71-D1F0D19635B5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404AE-2982-25B4-2D68-056DD83687B3}"/>
              </a:ext>
            </a:extLst>
          </p:cNvPr>
          <p:cNvSpPr txBox="1"/>
          <p:nvPr/>
        </p:nvSpPr>
        <p:spPr>
          <a:xfrm>
            <a:off x="1416143" y="1074508"/>
            <a:ext cx="9359713" cy="47089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perdona nuestras ofensas,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como también nosotros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perdonamos a los que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nos ofenden;</a:t>
            </a:r>
          </a:p>
        </p:txBody>
      </p:sp>
    </p:spTree>
    <p:extLst>
      <p:ext uri="{BB962C8B-B14F-4D97-AF65-F5344CB8AC3E}">
        <p14:creationId xmlns:p14="http://schemas.microsoft.com/office/powerpoint/2010/main" val="2832407221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DCB6-7059-21DE-025E-F6CBC495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FBF38F4-FADE-D796-C50E-8FB32BF08A4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E00739-196E-78C4-79DB-9A07A2707E86}"/>
              </a:ext>
            </a:extLst>
          </p:cNvPr>
          <p:cNvSpPr txBox="1"/>
          <p:nvPr/>
        </p:nvSpPr>
        <p:spPr>
          <a:xfrm>
            <a:off x="1416143" y="1997837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no nos dejes caer en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la tentación,</a:t>
            </a:r>
          </a:p>
          <a:p>
            <a:pPr algn="ctr"/>
            <a:r>
              <a:rPr lang="es-ES" sz="6000" b="1" dirty="0">
                <a:solidFill>
                  <a:schemeClr val="bg1"/>
                </a:solidFill>
              </a:rPr>
              <a:t>y líbranos del mal.</a:t>
            </a:r>
          </a:p>
        </p:txBody>
      </p:sp>
    </p:spTree>
    <p:extLst>
      <p:ext uri="{BB962C8B-B14F-4D97-AF65-F5344CB8AC3E}">
        <p14:creationId xmlns:p14="http://schemas.microsoft.com/office/powerpoint/2010/main" val="1436047938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2382-664B-5477-B531-4A51EFE9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620886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DD61-6BC0-5F4A-8712-02FAE449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6778EEB-97FC-D594-9B4E-5519A16573B0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27AAC-B771-3525-9A39-28B3E259BEC2}"/>
              </a:ext>
            </a:extLst>
          </p:cNvPr>
          <p:cNvSpPr txBox="1"/>
          <p:nvPr/>
        </p:nvSpPr>
        <p:spPr>
          <a:xfrm>
            <a:off x="1416143" y="1997837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Tuyo es el reino, tuyo el poder y la gloria, por siempre, Señor.</a:t>
            </a:r>
          </a:p>
        </p:txBody>
      </p:sp>
    </p:spTree>
    <p:extLst>
      <p:ext uri="{BB962C8B-B14F-4D97-AF65-F5344CB8AC3E}">
        <p14:creationId xmlns:p14="http://schemas.microsoft.com/office/powerpoint/2010/main" val="4179387568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E627B-32B6-10C7-5838-585DA38E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0537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80D9D-B679-06CF-62EE-667C3042A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0FDF898-4872-EF31-45A4-6A08C5A131AA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2A348-4397-C68C-4501-ABBEBB768523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Y con tu espíritu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656063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23D54-5B6B-9ED8-720A-EFC663DB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264058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65EB6-F4A5-A5C5-000C-65363665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BD1E3D8-C552-1ADA-5F3F-7A90796008D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84DE9-1DAB-B4EF-BA60-CAE49D8F76D1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Cordero de Dios, que quitas el pecado del mundo, ten piedad de nosotros.</a:t>
            </a:r>
          </a:p>
        </p:txBody>
      </p:sp>
    </p:spTree>
    <p:extLst>
      <p:ext uri="{BB962C8B-B14F-4D97-AF65-F5344CB8AC3E}">
        <p14:creationId xmlns:p14="http://schemas.microsoft.com/office/powerpoint/2010/main" val="721775056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2EA62-AFEB-AA31-77F3-A0C72314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95387B0-F2B0-CF16-20B0-3B7D372366AD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D836C-0388-BB35-B212-B0E7280D19F8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Cordero de Dios, que quitas el pecado del mundo, ten piedad de nosotros.</a:t>
            </a:r>
          </a:p>
        </p:txBody>
      </p:sp>
    </p:spTree>
    <p:extLst>
      <p:ext uri="{BB962C8B-B14F-4D97-AF65-F5344CB8AC3E}">
        <p14:creationId xmlns:p14="http://schemas.microsoft.com/office/powerpoint/2010/main" val="252015632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C201-69AD-92B4-1893-BCDCC301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052F6C5-9A52-736F-A812-069716EC1326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1444E3-1F10-9213-2236-78E4C9C676C1}"/>
              </a:ext>
            </a:extLst>
          </p:cNvPr>
          <p:cNvSpPr txBox="1"/>
          <p:nvPr/>
        </p:nvSpPr>
        <p:spPr>
          <a:xfrm>
            <a:off x="1416143" y="1997839"/>
            <a:ext cx="9359713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Cordero de Dios, que quitas el pecado del mundo, danos la paz.</a:t>
            </a:r>
          </a:p>
        </p:txBody>
      </p:sp>
    </p:spTree>
    <p:extLst>
      <p:ext uri="{BB962C8B-B14F-4D97-AF65-F5344CB8AC3E}">
        <p14:creationId xmlns:p14="http://schemas.microsoft.com/office/powerpoint/2010/main" val="2021444652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F420F-D433-D8C2-4CC5-25D384A5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553275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298D-709D-49FE-3AF6-2597A6FC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90BB37F-3A6A-F5C0-9E6D-3ACF39C6264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3BDAD-9E22-3B1D-BDD4-F75736B511C9}"/>
              </a:ext>
            </a:extLst>
          </p:cNvPr>
          <p:cNvSpPr txBox="1"/>
          <p:nvPr/>
        </p:nvSpPr>
        <p:spPr>
          <a:xfrm>
            <a:off x="1416143" y="1536174"/>
            <a:ext cx="9359713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Señor, yo no soy digno de que entres en mi casa, pero una palabra tuya bastará para sanarme.</a:t>
            </a:r>
          </a:p>
        </p:txBody>
      </p:sp>
    </p:spTree>
    <p:extLst>
      <p:ext uri="{BB962C8B-B14F-4D97-AF65-F5344CB8AC3E}">
        <p14:creationId xmlns:p14="http://schemas.microsoft.com/office/powerpoint/2010/main" val="3043658810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29071-D73C-CB62-4E5D-3F1FCC1E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905941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57DE-9D4F-F6BE-4852-684F1D29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30C1C5-92F7-F68C-727D-0B9594A23B18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C475C-EE1D-B170-C8C0-1359C650B32F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{COMMUNION_HYMN}</a:t>
            </a:r>
          </a:p>
        </p:txBody>
      </p:sp>
    </p:spTree>
    <p:extLst>
      <p:ext uri="{BB962C8B-B14F-4D97-AF65-F5344CB8AC3E}">
        <p14:creationId xmlns:p14="http://schemas.microsoft.com/office/powerpoint/2010/main" val="2061807946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BC4E-D569-3B7A-9E5F-CCA7BC38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934515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88EB-A28D-6D3A-8B2A-E884F109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132871E-AD9E-4601-523F-F079F6232CB0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E2BB94-C756-F2C3-392D-0B1592717D38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Amén</a:t>
            </a:r>
            <a:endParaRPr lang="es-E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843758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C2DE6-9174-CB76-D880-23C58B35C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866124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E620-8DE8-27F5-F123-2DB54E10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7817003-29E0-16D2-BCE9-9D25047FC443}"/>
              </a:ext>
            </a:extLst>
          </p:cNvPr>
          <p:cNvSpPr txBox="1">
            <a:spLocks/>
          </p:cNvSpPr>
          <p:nvPr/>
        </p:nvSpPr>
        <p:spPr>
          <a:xfrm>
            <a:off x="1416143" y="462481"/>
            <a:ext cx="9359713" cy="593303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D173B-4A17-E3FD-6688-81E897388BA0}"/>
              </a:ext>
            </a:extLst>
          </p:cNvPr>
          <p:cNvSpPr txBox="1"/>
          <p:nvPr/>
        </p:nvSpPr>
        <p:spPr>
          <a:xfrm>
            <a:off x="1416143" y="2921168"/>
            <a:ext cx="935971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</a:rPr>
              <a:t>{RECESSIONAL_HYMN}</a:t>
            </a:r>
          </a:p>
        </p:txBody>
      </p:sp>
    </p:spTree>
    <p:extLst>
      <p:ext uri="{BB962C8B-B14F-4D97-AF65-F5344CB8AC3E}">
        <p14:creationId xmlns:p14="http://schemas.microsoft.com/office/powerpoint/2010/main" val="2920101300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0DE2-E580-8FD6-140F-96469B173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93999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C72936DA80AF46909EA5F2062D82E7" ma:contentTypeVersion="7" ma:contentTypeDescription="Create a new document." ma:contentTypeScope="" ma:versionID="8557a85bc43d7ab2513cf30eba96e467">
  <xsd:schema xmlns:xsd="http://www.w3.org/2001/XMLSchema" xmlns:xs="http://www.w3.org/2001/XMLSchema" xmlns:p="http://schemas.microsoft.com/office/2006/metadata/properties" xmlns:ns3="c4f8e2bf-40e7-409a-a1ed-d69cc3c607fd" xmlns:ns4="e9712a4b-ce68-42ac-9226-b3679c75f583" targetNamespace="http://schemas.microsoft.com/office/2006/metadata/properties" ma:root="true" ma:fieldsID="2c0fed16f2016af885841e1b5b7fe577" ns3:_="" ns4:_="">
    <xsd:import namespace="c4f8e2bf-40e7-409a-a1ed-d69cc3c607fd"/>
    <xsd:import namespace="e9712a4b-ce68-42ac-9226-b3679c75f58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f8e2bf-40e7-409a-a1ed-d69cc3c607f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712a4b-ce68-42ac-9226-b3679c75f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D0B18F-7F51-427D-9056-BF469041D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f8e2bf-40e7-409a-a1ed-d69cc3c607fd"/>
    <ds:schemaRef ds:uri="e9712a4b-ce68-42ac-9226-b3679c75f5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74E0DC-1493-43BD-BEAB-1C3B209E222B}">
  <ds:schemaRefs>
    <ds:schemaRef ds:uri="http://schemas.openxmlformats.org/package/2006/metadata/core-properties"/>
    <ds:schemaRef ds:uri="c4f8e2bf-40e7-409a-a1ed-d69cc3c607fd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e9712a4b-ce68-42ac-9226-b3679c75f583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4EA64D6-512D-4C6A-B74A-933816F462B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4901</TotalTime>
  <Words>937</Words>
  <Application>Microsoft Office PowerPoint</Application>
  <PresentationFormat>Widescreen</PresentationFormat>
  <Paragraphs>151</Paragraphs>
  <Slides>84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9" baseType="lpstr">
      <vt:lpstr>Aptos</vt:lpstr>
      <vt:lpstr>Aptos Display</vt:lpstr>
      <vt:lpstr>Arial</vt:lpstr>
      <vt:lpstr>Papyrus</vt:lpstr>
      <vt:lpstr>Office Theme</vt:lpstr>
      <vt:lpstr>Bienvenidos a Nuestra Señora de la Gracia  Hoy celebramos el {LITURGICAL_DAY}  Por favor, prepárense para la celebración de la Santa Misa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Vasquez (Student)</dc:creator>
  <cp:lastModifiedBy>Pedro Vasquez</cp:lastModifiedBy>
  <cp:revision>23</cp:revision>
  <dcterms:created xsi:type="dcterms:W3CDTF">2025-11-25T19:55:03Z</dcterms:created>
  <dcterms:modified xsi:type="dcterms:W3CDTF">2026-01-09T20:29:52Z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0x010100A9C72936DA80AF46909EA5F2062D82E7</vt:lpwstr>
  </property>
</Properties>
</file>